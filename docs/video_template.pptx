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COMP3011 · Web Services and Web Data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Coursework 2 — Search Engine Tool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search engine for quotes.toscrape.com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822960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kern="0" spc="400" dirty="0">
                <a:solidFill>
                  <a:srgbClr val="8B9B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Author  </a:t>
            </a: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SHIRUIZHAOIILLiil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400" b="1" kern="0" spc="400" dirty="0">
                <a:solidFill>
                  <a:srgbClr val="8B9B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    </a:t>
            </a:r>
            <a:r>
              <a:rPr lang="en-US" sz="18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github.com/SHIRUIZHAOIILLiil/search-engine-tool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6634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B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5-minute video demonstration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2743200" cy="320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2000" dirty="0"/>
          </a:p>
        </p:txBody>
      </p:sp>
      <p:sp>
        <p:nvSpPr>
          <p:cNvPr id="4" name="Shape 2"/>
          <p:cNvSpPr/>
          <p:nvPr/>
        </p:nvSpPr>
        <p:spPr>
          <a:xfrm>
            <a:off x="3291840" y="1463040"/>
            <a:ext cx="45720" cy="219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20440" y="1463040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Demonstration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520440" y="2468880"/>
            <a:ext cx="548640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 ·  load  ·  print  ·  find  ·  advanced queries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0" y="452628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2743200" cy="320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2000" dirty="0"/>
          </a:p>
        </p:txBody>
      </p:sp>
      <p:sp>
        <p:nvSpPr>
          <p:cNvPr id="4" name="Shape 2"/>
          <p:cNvSpPr/>
          <p:nvPr/>
        </p:nvSpPr>
        <p:spPr>
          <a:xfrm>
            <a:off x="3291840" y="1463040"/>
            <a:ext cx="45720" cy="219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91230" y="1369060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Walkthrough &amp; Design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491230" y="2810510"/>
            <a:ext cx="548640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Index  ·  Ranker  ·  Retrieval  ·  BK-tree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0" y="452628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2743200" cy="320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2000" dirty="0"/>
          </a:p>
        </p:txBody>
      </p:sp>
      <p:sp>
        <p:nvSpPr>
          <p:cNvPr id="4" name="Shape 2"/>
          <p:cNvSpPr/>
          <p:nvPr/>
        </p:nvSpPr>
        <p:spPr>
          <a:xfrm>
            <a:off x="3291840" y="1463040"/>
            <a:ext cx="45720" cy="219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20440" y="1463040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520440" y="2468880"/>
            <a:ext cx="548640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370 tests  ·  94% coverage  ·  4 CI gates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0" y="452628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2743200" cy="320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22000" dirty="0"/>
          </a:p>
        </p:txBody>
      </p:sp>
      <p:sp>
        <p:nvSpPr>
          <p:cNvPr id="4" name="Shape 2"/>
          <p:cNvSpPr/>
          <p:nvPr/>
        </p:nvSpPr>
        <p:spPr>
          <a:xfrm>
            <a:off x="3291840" y="1463040"/>
            <a:ext cx="45720" cy="219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20440" y="1463040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Version Control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520440" y="2468880"/>
            <a:ext cx="548640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 tags  ·  feature branches  ·  Conventional Commits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0" y="452628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691640" y="2286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GenAI Critical Evaluation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41248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Helped  </a:t>
            </a:r>
            <a:r>
              <a:rPr lang="en-US" sz="2000" dirty="0">
                <a:solidFill>
                  <a:srgbClr val="8B9BB8"/>
                </a:solidFill>
              </a:rPr>
              <a:t>— </a:t>
            </a:r>
            <a:r>
              <a:rPr lang="en-US" sz="1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BK-tree dual-implementation discipline — linear scan kept as the oracle, property test pins equivalence across 20 trials.</a:t>
            </a:r>
            <a:endParaRPr lang="en-US" sz="20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Modified  </a:t>
            </a:r>
            <a:r>
              <a:rPr lang="en-US" sz="2000" dirty="0">
                <a:solidFill>
                  <a:srgbClr val="8B9BB8"/>
                </a:solidFill>
              </a:rPr>
              <a:t>— </a:t>
            </a:r>
            <a:r>
              <a:rPr lang="en-US" sz="1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Porter stemmer trimmed from 5 steps (≈200 lines) to Step 1 (≈50 lines I can defend on camera).</a:t>
            </a:r>
            <a:endParaRPr lang="en-US" sz="20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Rejected  </a:t>
            </a:r>
            <a:r>
              <a:rPr lang="en-US" sz="2000" dirty="0">
                <a:solidFill>
                  <a:srgbClr val="8B9BB8"/>
                </a:solidFill>
              </a:rPr>
              <a:t>— </a:t>
            </a:r>
            <a:r>
              <a:rPr lang="en-US" sz="1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Declined the Hypothesis library; kept stdlib random with a fixed seed — same property coverage, no extra dependency.</a:t>
            </a:r>
            <a:endParaRPr lang="en-US" sz="20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Reflection  </a:t>
            </a:r>
            <a:r>
              <a:rPr lang="en-US" sz="2000" dirty="0">
                <a:solidFill>
                  <a:srgbClr val="8B9BB8"/>
                </a:solidFill>
              </a:rPr>
              <a:t>— </a:t>
            </a:r>
            <a:r>
              <a:rPr lang="en-US" sz="1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roughly halved boilerplate but tempted shallow ownership; property tests were the counter-discipline. Every line is defensible.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0" y="46177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0" y="1280160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welcome — see README, CHANGELOG, docs/architecture.md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400" b="1" kern="0" spc="400" dirty="0">
                <a:solidFill>
                  <a:srgbClr val="8B9BB8"/>
                </a:solidFill>
              </a:rPr>
              <a:t>Repository  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github.com/SHIRUIZHAOIILLiil/search-engine-tool</a:t>
            </a:r>
            <a:endParaRPr lang="en-US" sz="1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400" b="1" kern="0" spc="400" dirty="0">
                <a:solidFill>
                  <a:srgbClr val="8B9BB8"/>
                </a:solidFill>
              </a:rPr>
              <a:t>Submission  </a:t>
            </a: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Video link + index file via Minerva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1208</Words>
  <Application>WPS 演示</Application>
  <PresentationFormat>On-screen Show (16:9)</PresentationFormat>
  <Paragraphs>61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宋体</vt:lpstr>
      <vt:lpstr>Wingdings</vt:lpstr>
      <vt:lpstr>Calibri</vt:lpstr>
      <vt:lpstr>Calibri</vt:lpstr>
      <vt:lpstr>Calibri</vt:lpstr>
      <vt:lpstr>Consolas</vt:lpstr>
      <vt:lpstr>Consolas</vt:lpstr>
      <vt:lpstr>Consolas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COMP3011 CW2 — Search Engine Tool</dc:title>
  <dc:creator>SHIRUIZHAOIILLiil</dc:creator>
  <dc:subject>PptxGenJS Presentation</dc:subject>
  <cp:lastModifiedBy>昆</cp:lastModifiedBy>
  <cp:revision>2</cp:revision>
  <dcterms:created xsi:type="dcterms:W3CDTF">2026-05-12T12:51:00Z</dcterms:created>
  <dcterms:modified xsi:type="dcterms:W3CDTF">2026-05-12T20:37:16Z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769A58F36F604C39AB8373D398992372_12</vt:lpwstr>
  </property>
</Properties>
</file>